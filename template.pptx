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0">
          <p15:clr>
            <a:srgbClr val="A4A3A4"/>
          </p15:clr>
        </p15:guide>
        <p15:guide id="2" pos="189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juRam5gWUcyKxOWB9ql7mMi+w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08" y="76"/>
      </p:cViewPr>
      <p:guideLst>
        <p:guide orient="horz" pos="210"/>
        <p:guide pos="1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C2EA8D-FD07-8411-7D1A-BBA2C68FD6D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852927" y="1356340"/>
            <a:ext cx="4486145" cy="414532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300037" y="333375"/>
            <a:ext cx="9960300" cy="6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CREENSHOT_BOX">
            <a:extLst>
              <a:ext uri="{FF2B5EF4-FFF2-40B4-BE49-F238E27FC236}">
                <a16:creationId xmlns:a16="http://schemas.microsoft.com/office/drawing/2014/main" id="{883E8ACF-90A1-16ED-77DC-3E258E92A402}"/>
              </a:ext>
            </a:extLst>
          </p:cNvPr>
          <p:cNvSpPr/>
          <p:nvPr/>
        </p:nvSpPr>
        <p:spPr>
          <a:xfrm>
            <a:off x="300038" y="333375"/>
            <a:ext cx="9960300" cy="6322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physics wallah</dc:creator>
  <cp:lastModifiedBy>PW MSO 547</cp:lastModifiedBy>
  <cp:revision>3</cp:revision>
  <dcterms:created xsi:type="dcterms:W3CDTF">2021-03-30T07:44:01Z</dcterms:created>
  <dcterms:modified xsi:type="dcterms:W3CDTF">2026-01-05T07:28:32Z</dcterms:modified>
</cp:coreProperties>
</file>